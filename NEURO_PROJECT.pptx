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image" Target="../media/image-5-25.png"/><Relationship Id="rId26" Type="http://schemas.openxmlformats.org/officeDocument/2006/relationships/image" Target="../media/image-5-26.svg"/><Relationship Id="rId27" Type="http://schemas.openxmlformats.org/officeDocument/2006/relationships/image" Target="../media/image-5-27.png"/><Relationship Id="rId28" Type="http://schemas.openxmlformats.org/officeDocument/2006/relationships/image" Target="../media/image-5-28.svg"/><Relationship Id="rId29" Type="http://schemas.openxmlformats.org/officeDocument/2006/relationships/image" Target="../media/image-5-29.png"/><Relationship Id="rId30" Type="http://schemas.openxmlformats.org/officeDocument/2006/relationships/image" Target="../media/image-5-30.sv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image" Target="../media/image-5-33.svg"/><Relationship Id="rId34" Type="http://schemas.openxmlformats.org/officeDocument/2006/relationships/image" Target="../media/image-5-34.png"/><Relationship Id="rId35" Type="http://schemas.openxmlformats.org/officeDocument/2006/relationships/image" Target="../media/image-5-35.svg"/><Relationship Id="rId36" Type="http://schemas.openxmlformats.org/officeDocument/2006/relationships/image" Target="../media/image-5-36.png"/><Relationship Id="rId37" Type="http://schemas.openxmlformats.org/officeDocument/2006/relationships/image" Target="../media/image-5-37.svg"/><Relationship Id="rId38" Type="http://schemas.openxmlformats.org/officeDocument/2006/relationships/image" Target="../media/image-5-38.png"/><Relationship Id="rId39" Type="http://schemas.openxmlformats.org/officeDocument/2006/relationships/image" Target="../media/image-5-39.png"/><Relationship Id="rId40" Type="http://schemas.openxmlformats.org/officeDocument/2006/relationships/image" Target="../media/image-5-40.png"/><Relationship Id="rId41" Type="http://schemas.openxmlformats.org/officeDocument/2006/relationships/image" Target="../media/image-5-41.svg"/><Relationship Id="rId42" Type="http://schemas.openxmlformats.org/officeDocument/2006/relationships/image" Target="../media/image-5-42.png"/><Relationship Id="rId43" Type="http://schemas.openxmlformats.org/officeDocument/2006/relationships/image" Target="../media/image-5-43.png"/><Relationship Id="rId44" Type="http://schemas.openxmlformats.org/officeDocument/2006/relationships/image" Target="../media/image-5-44.png"/><Relationship Id="rId45" Type="http://schemas.openxmlformats.org/officeDocument/2006/relationships/image" Target="../media/image-5-45.svg"/><Relationship Id="rId46" Type="http://schemas.openxmlformats.org/officeDocument/2006/relationships/image" Target="../media/image-5-46.png"/><Relationship Id="rId47" Type="http://schemas.openxmlformats.org/officeDocument/2006/relationships/image" Target="../media/image-5-47.svg"/><Relationship Id="rId48" Type="http://schemas.openxmlformats.org/officeDocument/2006/relationships/image" Target="../media/image-5-48.png"/><Relationship Id="rId49" Type="http://schemas.openxmlformats.org/officeDocument/2006/relationships/image" Target="../media/image-5-49.svg"/><Relationship Id="rId50" Type="http://schemas.openxmlformats.org/officeDocument/2006/relationships/image" Target="../media/image-5-50.png"/><Relationship Id="rId51" Type="http://schemas.openxmlformats.org/officeDocument/2006/relationships/image" Target="../media/image-5-51.svg"/><Relationship Id="rId52" Type="http://schemas.openxmlformats.org/officeDocument/2006/relationships/slideLayout" Target="../slideLayouts/slideLayout1.xml"/><Relationship Id="rId5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Нейросети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800100" y="847725"/>
            <a:ext cx="11584555" cy="2943225"/>
          </a:xfrm>
          <a:prstGeom prst="rect">
            <a:avLst/>
          </a:prstGeom>
        </p:spPr>
      </p:pic>
      <p:pic>
        <p:nvPicPr>
          <p:cNvPr id="3" name="Вас ждут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1276350" y="5143500"/>
            <a:ext cx="7362825" cy="3971925"/>
          </a:xfrm>
          <a:prstGeom prst="rect">
            <a:avLst/>
          </a:prstGeom>
        </p:spPr>
      </p:pic>
      <p:pic>
        <p:nvPicPr>
          <p:cNvPr id="4" name="Голубой Джарвис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363200" y="2038350"/>
            <a:ext cx="7924800" cy="8248650"/>
          </a:xfrm>
          <a:prstGeom prst="rect">
            <a:avLst/>
          </a:prstGeom>
        </p:spPr>
      </p:pic>
      <p:pic>
        <p:nvPicPr>
          <p:cNvPr id="5" name="Снимок экрана 2022-09-18 195309 1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639550" y="6629400"/>
            <a:ext cx="65059" cy="857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Принцип работы нейросетей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838200" y="419100"/>
            <a:ext cx="13258800" cy="3371850"/>
          </a:xfrm>
          <a:prstGeom prst="rect">
            <a:avLst/>
          </a:prstGeom>
        </p:spPr>
      </p:pic>
      <p:pic>
        <p:nvPicPr>
          <p:cNvPr id="3" name="Нейро схема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1304925" y="5029200"/>
            <a:ext cx="7836147" cy="3943350"/>
          </a:xfrm>
          <a:prstGeom prst="rect">
            <a:avLst/>
          </a:prstGeom>
        </p:spPr>
      </p:pic>
      <p:pic>
        <p:nvPicPr>
          <p:cNvPr id="4" name="Цифры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57350" y="9210675"/>
            <a:ext cx="7124700" cy="742950"/>
          </a:xfrm>
          <a:prstGeom prst="rect">
            <a:avLst/>
          </a:prstGeom>
        </p:spPr>
      </p:pic>
      <p:pic>
        <p:nvPicPr>
          <p:cNvPr id="5" name="Слои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0" b="0"/>
          <a:stretch/>
        </p:blipFill>
        <p:spPr>
          <a:xfrm>
            <a:off x="10553700" y="2762250"/>
            <a:ext cx="7191375" cy="6981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Циан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705350"/>
            <a:ext cx="7153275" cy="3467100"/>
          </a:xfrm>
          <a:prstGeom prst="rect">
            <a:avLst/>
          </a:prstGeom>
        </p:spPr>
      </p:pic>
      <p:pic>
        <p:nvPicPr>
          <p:cNvPr id="3" name="Красный 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24550" y="4743450"/>
            <a:ext cx="7372350" cy="3467100"/>
          </a:xfrm>
          <a:prstGeom prst="rect">
            <a:avLst/>
          </a:prstGeom>
        </p:spPr>
      </p:pic>
      <p:pic>
        <p:nvPicPr>
          <p:cNvPr id="4" name="Почему нейросети актуальны?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838200" y="552450"/>
            <a:ext cx="12430125" cy="3162300"/>
          </a:xfrm>
          <a:prstGeom prst="rect">
            <a:avLst/>
          </a:prstGeom>
        </p:spPr>
      </p:pic>
      <p:pic>
        <p:nvPicPr>
          <p:cNvPr id="5" name="Нейро vs прога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66800" y="5753100"/>
            <a:ext cx="11068050" cy="2819400"/>
          </a:xfrm>
          <a:prstGeom prst="rect">
            <a:avLst/>
          </a:prstGeom>
        </p:spPr>
      </p:pic>
      <p:pic>
        <p:nvPicPr>
          <p:cNvPr id="6" name="Сайдбар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3354050" y="0"/>
            <a:ext cx="4667251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Виды нейросетей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828675" y="447675"/>
            <a:ext cx="11150647" cy="3790950"/>
          </a:xfrm>
          <a:prstGeom prst="rect">
            <a:avLst/>
          </a:prstGeom>
        </p:spPr>
      </p:pic>
      <p:pic>
        <p:nvPicPr>
          <p:cNvPr id="3" name="Голубой Джарвис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20150" y="0"/>
            <a:ext cx="9467850" cy="6985471"/>
          </a:xfrm>
          <a:prstGeom prst="rect">
            <a:avLst/>
          </a:prstGeom>
        </p:spPr>
      </p:pic>
      <p:pic>
        <p:nvPicPr>
          <p:cNvPr id="4" name="Список нейросетей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9150" y="5661231"/>
            <a:ext cx="16649700" cy="40161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915525" cy="10287000"/>
          </a:xfrm>
          <a:prstGeom prst="rect">
            <a:avLst/>
          </a:prstGeom>
        </p:spPr>
      </p:pic>
      <p:pic>
        <p:nvPicPr>
          <p:cNvPr id="3" name="Vector 15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01650" y="4181475"/>
            <a:ext cx="2386566" cy="2366963"/>
          </a:xfrm>
          <a:prstGeom prst="rect">
            <a:avLst/>
          </a:prstGeom>
        </p:spPr>
      </p:pic>
      <p:pic>
        <p:nvPicPr>
          <p:cNvPr id="4" name="Vector 17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5544800" y="5695950"/>
            <a:ext cx="2300288" cy="2033588"/>
          </a:xfrm>
          <a:prstGeom prst="rect">
            <a:avLst/>
          </a:prstGeom>
        </p:spPr>
      </p:pic>
      <p:pic>
        <p:nvPicPr>
          <p:cNvPr id="5" name="Vector 18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4382417" y="7612521"/>
            <a:ext cx="2615735" cy="2266331"/>
          </a:xfrm>
          <a:prstGeom prst="rect">
            <a:avLst/>
          </a:prstGeom>
        </p:spPr>
      </p:pic>
      <p:pic>
        <p:nvPicPr>
          <p:cNvPr id="6" name="Vector 13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768013" y="2333625"/>
            <a:ext cx="2528888" cy="2286000"/>
          </a:xfrm>
          <a:prstGeom prst="rect">
            <a:avLst/>
          </a:prstGeom>
        </p:spPr>
      </p:pic>
      <p:pic>
        <p:nvPicPr>
          <p:cNvPr id="7" name="Vector 16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925175" y="5495925"/>
            <a:ext cx="2472177" cy="2471812"/>
          </a:xfrm>
          <a:prstGeom prst="rect">
            <a:avLst/>
          </a:prstGeom>
        </p:spPr>
      </p:pic>
      <p:pic>
        <p:nvPicPr>
          <p:cNvPr id="8" name="Vector 1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623314" y="3095625"/>
            <a:ext cx="2727799" cy="2496978"/>
          </a:xfrm>
          <a:prstGeom prst="rect">
            <a:avLst/>
          </a:prstGeom>
        </p:spPr>
      </p:pic>
      <p:pic>
        <p:nvPicPr>
          <p:cNvPr id="9" name="Vector 11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401300" y="0"/>
            <a:ext cx="2466975" cy="1990725"/>
          </a:xfrm>
          <a:prstGeom prst="rect">
            <a:avLst/>
          </a:prstGeom>
        </p:spPr>
      </p:pic>
      <p:pic>
        <p:nvPicPr>
          <p:cNvPr id="10" name="Vector 12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829550" y="171450"/>
            <a:ext cx="2638425" cy="2256620"/>
          </a:xfrm>
          <a:prstGeom prst="rect">
            <a:avLst/>
          </a:prstGeom>
        </p:spPr>
      </p:pic>
      <p:pic>
        <p:nvPicPr>
          <p:cNvPr id="11" name="Ellipse 16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913620" y="2998468"/>
            <a:ext cx="2574146" cy="2574150"/>
          </a:xfrm>
          <a:prstGeom prst="rect">
            <a:avLst/>
          </a:prstGeom>
        </p:spPr>
      </p:pic>
      <p:pic>
        <p:nvPicPr>
          <p:cNvPr id="12" name="Ellipse 17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2228195" y="5322568"/>
            <a:ext cx="2574147" cy="2574150"/>
          </a:xfrm>
          <a:prstGeom prst="rect">
            <a:avLst/>
          </a:prstGeom>
        </p:spPr>
      </p:pic>
      <p:pic>
        <p:nvPicPr>
          <p:cNvPr id="13" name="Ellipse 15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913495" y="0"/>
            <a:ext cx="2632709" cy="2630807"/>
          </a:xfrm>
          <a:prstGeom prst="rect">
            <a:avLst/>
          </a:prstGeom>
        </p:spPr>
      </p:pic>
      <p:pic>
        <p:nvPicPr>
          <p:cNvPr id="14" name="Vector 5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0" r="0" t="0" b="0"/>
          <a:stretch/>
        </p:blipFill>
        <p:spPr>
          <a:xfrm>
            <a:off x="10409182" y="21357"/>
            <a:ext cx="2446610" cy="1691966"/>
          </a:xfrm>
          <a:prstGeom prst="rect">
            <a:avLst/>
          </a:prstGeom>
        </p:spPr>
      </p:pic>
      <p:pic>
        <p:nvPicPr>
          <p:cNvPr id="15" name="Vector 6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0" r="0" t="0" b="0"/>
          <a:stretch/>
        </p:blipFill>
        <p:spPr>
          <a:xfrm>
            <a:off x="7991475" y="609600"/>
            <a:ext cx="2306438" cy="1363201"/>
          </a:xfrm>
          <a:prstGeom prst="rect">
            <a:avLst/>
          </a:prstGeom>
        </p:spPr>
      </p:pic>
      <p:pic>
        <p:nvPicPr>
          <p:cNvPr id="16" name="Vector 4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0" r="0" t="0" b="0"/>
          <a:stretch/>
        </p:blipFill>
        <p:spPr>
          <a:xfrm>
            <a:off x="15963901" y="5657850"/>
            <a:ext cx="1834754" cy="2398686"/>
          </a:xfrm>
          <a:prstGeom prst="rect">
            <a:avLst/>
          </a:prstGeom>
        </p:spPr>
      </p:pic>
      <p:pic>
        <p:nvPicPr>
          <p:cNvPr id="17" name="Vector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0" r="0" t="0" b="0"/>
          <a:stretch/>
        </p:blipFill>
        <p:spPr>
          <a:xfrm>
            <a:off x="14639925" y="7581900"/>
            <a:ext cx="2430648" cy="2410625"/>
          </a:xfrm>
          <a:prstGeom prst="rect">
            <a:avLst/>
          </a:prstGeom>
        </p:spPr>
      </p:pic>
      <p:pic>
        <p:nvPicPr>
          <p:cNvPr id="18" name="Vector 3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0" r="0" t="0" b="0"/>
          <a:stretch/>
        </p:blipFill>
        <p:spPr>
          <a:xfrm>
            <a:off x="13220700" y="4286250"/>
            <a:ext cx="2150291" cy="2321858"/>
          </a:xfrm>
          <a:prstGeom prst="rect">
            <a:avLst/>
          </a:prstGeom>
        </p:spPr>
      </p:pic>
      <p:pic>
        <p:nvPicPr>
          <p:cNvPr id="19" name="Vector 8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0" r="0" t="0" b="0"/>
          <a:stretch/>
        </p:blipFill>
        <p:spPr>
          <a:xfrm>
            <a:off x="11211008" y="6057900"/>
            <a:ext cx="2216731" cy="1286005"/>
          </a:xfrm>
          <a:prstGeom prst="rect">
            <a:avLst/>
          </a:prstGeom>
        </p:spPr>
      </p:pic>
      <p:pic>
        <p:nvPicPr>
          <p:cNvPr id="20" name="Vector 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0" r="0" t="0" b="0"/>
          <a:stretch/>
        </p:blipFill>
        <p:spPr>
          <a:xfrm>
            <a:off x="11125200" y="2734959"/>
            <a:ext cx="2051958" cy="1687227"/>
          </a:xfrm>
          <a:prstGeom prst="rect">
            <a:avLst/>
          </a:prstGeom>
        </p:spPr>
      </p:pic>
      <p:pic>
        <p:nvPicPr>
          <p:cNvPr id="21" name="Vector 7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0" r="0" t="0" b="0"/>
          <a:stretch/>
        </p:blipFill>
        <p:spPr>
          <a:xfrm>
            <a:off x="8892744" y="3095625"/>
            <a:ext cx="2387967" cy="2272033"/>
          </a:xfrm>
          <a:prstGeom prst="rect">
            <a:avLst/>
          </a:prstGeom>
        </p:spPr>
      </p:pic>
      <p:pic>
        <p:nvPicPr>
          <p:cNvPr id="22" name="Сферы применения нейросетей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0" r="0" t="0" b="0"/>
          <a:stretch/>
        </p:blipFill>
        <p:spPr>
          <a:xfrm>
            <a:off x="485775" y="6258916"/>
            <a:ext cx="7134225" cy="3460710"/>
          </a:xfrm>
          <a:prstGeom prst="rect">
            <a:avLst/>
          </a:prstGeom>
        </p:spPr>
      </p:pic>
      <p:pic>
        <p:nvPicPr>
          <p:cNvPr id="23" name="Голубой Джарвис" descr="preencoded.png">    </p:cNvPr>
          <p:cNvPicPr>
            <a:picLocks noChangeAspect="1"/>
          </p:cNvPicPr>
          <p:nvPr/>
        </p:nvPicPr>
        <p:blipFill>
          <a:blip r:embed="rId31"/>
          <a:srcRect l="0" r="0" t="0" b="0"/>
          <a:stretch/>
        </p:blipFill>
        <p:spPr>
          <a:xfrm>
            <a:off x="12087225" y="0"/>
            <a:ext cx="6200775" cy="6305550"/>
          </a:xfrm>
          <a:prstGeom prst="rect">
            <a:avLst/>
          </a:prstGeom>
        </p:spPr>
      </p:pic>
      <p:pic>
        <p:nvPicPr>
          <p:cNvPr id="24" name="Ellipse 11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0" r="0" t="0" b="0"/>
          <a:stretch/>
        </p:blipFill>
        <p:spPr>
          <a:xfrm>
            <a:off x="9277350" y="390525"/>
            <a:ext cx="1903587" cy="1903586"/>
          </a:xfrm>
          <a:prstGeom prst="rect">
            <a:avLst/>
          </a:prstGeom>
        </p:spPr>
      </p:pic>
      <p:pic>
        <p:nvPicPr>
          <p:cNvPr id="25" name="Ellipse 12" descr="preencoded.png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0" r="0" t="0" b="0"/>
          <a:stretch/>
        </p:blipFill>
        <p:spPr>
          <a:xfrm>
            <a:off x="10277475" y="3333750"/>
            <a:ext cx="1903587" cy="1903586"/>
          </a:xfrm>
          <a:prstGeom prst="rect">
            <a:avLst/>
          </a:prstGeom>
        </p:spPr>
      </p:pic>
      <p:pic>
        <p:nvPicPr>
          <p:cNvPr id="26" name="Ellipse 13" descr="preencoded.png">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0" r="0" t="0" b="0"/>
          <a:stretch/>
        </p:blipFill>
        <p:spPr>
          <a:xfrm>
            <a:off x="12563475" y="5724525"/>
            <a:ext cx="1905000" cy="1771650"/>
          </a:xfrm>
          <a:prstGeom prst="rect">
            <a:avLst/>
          </a:prstGeom>
        </p:spPr>
      </p:pic>
      <p:pic>
        <p:nvPicPr>
          <p:cNvPr id="27" name="Line 136" descr="preencoded.png">    </p:cNvPr>
          <p:cNvPicPr>
            <a:picLocks noChangeAspect="1"/>
          </p:cNvPicPr>
          <p:nvPr/>
        </p:nvPicPr>
        <p:blipFill>
          <a:blip r:embed="rId38"/>
          <a:srcRect l="0" r="0" t="0" b="0"/>
          <a:stretch/>
        </p:blipFill>
        <p:spPr>
          <a:xfrm>
            <a:off x="16678275" y="4477755"/>
            <a:ext cx="23310" cy="18045"/>
          </a:xfrm>
          <a:prstGeom prst="rect">
            <a:avLst/>
          </a:prstGeom>
        </p:spPr>
      </p:pic>
      <p:pic>
        <p:nvPicPr>
          <p:cNvPr id="28" name="image" descr="preencoded.png">    </p:cNvPr>
          <p:cNvPicPr>
            <a:picLocks noChangeAspect="1"/>
          </p:cNvPicPr>
          <p:nvPr/>
        </p:nvPicPr>
        <p:blipFill>
          <a:blip r:embed="rId39"/>
          <a:srcRect l="0" r="0" t="0" b="0"/>
          <a:stretch/>
        </p:blipFill>
        <p:spPr>
          <a:xfrm>
            <a:off x="9639300" y="704850"/>
            <a:ext cx="1181100" cy="1266825"/>
          </a:xfrm>
          <a:prstGeom prst="rect">
            <a:avLst/>
          </a:prstGeom>
        </p:spPr>
      </p:pic>
      <p:pic>
        <p:nvPicPr>
          <p:cNvPr id="29" name="Group 53" descr="preencoded.png">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0" r="0" t="0" b="0"/>
          <a:stretch/>
        </p:blipFill>
        <p:spPr>
          <a:xfrm>
            <a:off x="10639426" y="3705225"/>
            <a:ext cx="1171758" cy="1166989"/>
          </a:xfrm>
          <a:prstGeom prst="rect">
            <a:avLst/>
          </a:prstGeom>
        </p:spPr>
      </p:pic>
      <p:pic>
        <p:nvPicPr>
          <p:cNvPr id="30" name="image" descr="preencoded.png">    </p:cNvPr>
          <p:cNvPicPr>
            <a:picLocks noChangeAspect="1"/>
          </p:cNvPicPr>
          <p:nvPr/>
        </p:nvPicPr>
        <p:blipFill>
          <a:blip r:embed="rId42"/>
          <a:srcRect l="0" r="0" t="0" b="0"/>
          <a:stretch/>
        </p:blipFill>
        <p:spPr>
          <a:xfrm>
            <a:off x="12858750" y="5953125"/>
            <a:ext cx="1314450" cy="1314450"/>
          </a:xfrm>
          <a:prstGeom prst="rect">
            <a:avLst/>
          </a:prstGeom>
        </p:spPr>
      </p:pic>
      <p:pic>
        <p:nvPicPr>
          <p:cNvPr id="31" name="Group 57" descr="preencoded.png">    </p:cNvPr>
          <p:cNvPicPr>
            <a:picLocks noChangeAspect="1"/>
          </p:cNvPicPr>
          <p:nvPr/>
        </p:nvPicPr>
        <p:blipFill>
          <a:blip r:embed="rId43"/>
          <a:srcRect l="0" r="0" t="0" b="0"/>
          <a:stretch/>
        </p:blipFill>
        <p:spPr>
          <a:xfrm>
            <a:off x="15257145" y="6732268"/>
            <a:ext cx="2574148" cy="2574150"/>
          </a:xfrm>
          <a:prstGeom prst="rect">
            <a:avLst/>
          </a:prstGeom>
        </p:spPr>
      </p:pic>
      <p:pic>
        <p:nvPicPr>
          <p:cNvPr id="32" name="Group 55" descr="preencoded.png">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0" r="0" t="0" b="0"/>
          <a:stretch/>
        </p:blipFill>
        <p:spPr>
          <a:xfrm>
            <a:off x="10629900" y="8620125"/>
            <a:ext cx="4943475" cy="1438275"/>
          </a:xfrm>
          <a:prstGeom prst="rect">
            <a:avLst/>
          </a:prstGeom>
        </p:spPr>
      </p:pic>
      <p:pic>
        <p:nvPicPr>
          <p:cNvPr id="33" name="Group 54" descr="preencoded.png">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 l="0" r="0" t="0" b="0"/>
          <a:stretch/>
        </p:blipFill>
        <p:spPr>
          <a:xfrm>
            <a:off x="7943850" y="6134100"/>
            <a:ext cx="3867150" cy="1257300"/>
          </a:xfrm>
          <a:prstGeom prst="rect">
            <a:avLst/>
          </a:prstGeom>
        </p:spPr>
      </p:pic>
      <p:pic>
        <p:nvPicPr>
          <p:cNvPr id="34" name="Group 52" descr="preencoded.png">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0" r="0" t="0" b="0"/>
          <a:stretch/>
        </p:blipFill>
        <p:spPr>
          <a:xfrm>
            <a:off x="5114925" y="3467100"/>
            <a:ext cx="4514850" cy="1438275"/>
          </a:xfrm>
          <a:prstGeom prst="rect">
            <a:avLst/>
          </a:prstGeom>
        </p:spPr>
      </p:pic>
      <p:pic>
        <p:nvPicPr>
          <p:cNvPr id="35" name="Group 51" descr="preencoded.png">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0" r="0" t="0" b="0"/>
          <a:stretch/>
        </p:blipFill>
        <p:spPr>
          <a:xfrm>
            <a:off x="3800475" y="800100"/>
            <a:ext cx="4733925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то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Group 4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r="0" t="0" b="0"/>
          <a:stretch/>
        </p:blipFill>
        <p:spPr>
          <a:xfrm>
            <a:off x="2438400" y="0"/>
            <a:ext cx="13420725" cy="3448050"/>
          </a:xfrm>
          <a:prstGeom prst="rect">
            <a:avLst/>
          </a:prstGeom>
        </p:spPr>
      </p:pic>
      <p:pic>
        <p:nvPicPr>
          <p:cNvPr id="4" name="Group 4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r="0" t="0" b="0"/>
          <a:stretch/>
        </p:blipFill>
        <p:spPr>
          <a:xfrm>
            <a:off x="666750" y="3876675"/>
            <a:ext cx="16954500" cy="6153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oup 36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7343775" y="285750"/>
            <a:ext cx="10058400" cy="3586307"/>
          </a:xfrm>
          <a:prstGeom prst="rect">
            <a:avLst/>
          </a:prstGeom>
        </p:spPr>
      </p:pic>
      <p:pic>
        <p:nvPicPr>
          <p:cNvPr id="3" name="Fram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6753225" y="4752975"/>
            <a:ext cx="11229975" cy="5038725"/>
          </a:xfrm>
          <a:prstGeom prst="rect">
            <a:avLst/>
          </a:prstGeom>
        </p:spPr>
      </p:pic>
      <p:pic>
        <p:nvPicPr>
          <p:cNvPr id="4" name="Голубой Джарвис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0" y="0"/>
            <a:ext cx="11735544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tangle 15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3584750" cy="9828563"/>
          </a:xfrm>
          <a:prstGeom prst="rect">
            <a:avLst/>
          </a:prstGeom>
        </p:spPr>
      </p:pic>
      <p:pic>
        <p:nvPicPr>
          <p:cNvPr id="3" name="Нейросети в образовании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r="0" t="0" b="0"/>
          <a:stretch/>
        </p:blipFill>
        <p:spPr>
          <a:xfrm>
            <a:off x="838200" y="552450"/>
            <a:ext cx="12430125" cy="3162300"/>
          </a:xfrm>
          <a:prstGeom prst="rect">
            <a:avLst/>
          </a:prstGeom>
        </p:spPr>
      </p:pic>
      <p:pic>
        <p:nvPicPr>
          <p:cNvPr id="4" name="Frame 4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087100" y="1009650"/>
            <a:ext cx="6433052" cy="8258175"/>
          </a:xfrm>
          <a:prstGeom prst="rect">
            <a:avLst/>
          </a:prstGeom>
        </p:spPr>
      </p:pic>
      <p:pic>
        <p:nvPicPr>
          <p:cNvPr id="5" name="Вас ждут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438275" y="4533900"/>
            <a:ext cx="8870175" cy="43712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- ChatGPT, попрощайся со зрителями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762000"/>
            <a:ext cx="15382876" cy="2952750"/>
          </a:xfrm>
          <a:prstGeom prst="rect">
            <a:avLst/>
          </a:prstGeom>
        </p:spPr>
      </p:pic>
      <p:pic>
        <p:nvPicPr>
          <p:cNvPr id="3" name="Дорогие участники! Спасибо, что уделили время нашей презентации о нейросетях. Мы надеемся, что информация, которую вы получили, вдохновит вас на новые идеи и открытия в этой увлекательной сфере. Искусственный интеллект и нейросети открывают безграничные возможности, и вместе мы можем исследовать их потенциал.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1466850" y="4686300"/>
            <a:ext cx="13916025" cy="4800600"/>
          </a:xfrm>
          <a:prstGeom prst="rect">
            <a:avLst/>
          </a:prstGeom>
        </p:spPr>
      </p:pic>
      <p:pic>
        <p:nvPicPr>
          <p:cNvPr id="4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0" b="0"/>
          <a:stretch/>
        </p:blipFill>
        <p:spPr>
          <a:xfrm>
            <a:off x="304800" y="4657725"/>
            <a:ext cx="762000" cy="762000"/>
          </a:xfrm>
          <a:prstGeom prst="rect">
            <a:avLst/>
          </a:prstGeom>
        </p:spPr>
      </p:pic>
      <p:pic>
        <p:nvPicPr>
          <p:cNvPr id="5" name="Голубой Джарвис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353675" y="0"/>
            <a:ext cx="7934325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2025-02-12T20:07:58Z</dcterms:created>
  <dcterms:modified xsi:type="dcterms:W3CDTF">2025-02-12T20:07:58Z</dcterms:modified>
</cp:coreProperties>
</file>